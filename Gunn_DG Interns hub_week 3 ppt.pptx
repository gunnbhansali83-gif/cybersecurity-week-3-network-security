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ptos"/>
              </a:defRPr>
            </a:pPr>
            <a:r>
              <a:t>DG INTERNS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ptos"/>
              </a:defRPr>
            </a:pPr>
            <a:r>
              <a:t>Cybersecurity Internship –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ptos"/>
              </a:defRPr>
            </a:pPr>
            <a:r>
              <a:t>ADVANCED CYBERSECURITY PRACTICAL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337560"/>
            <a:ext cx="850392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Aptos"/>
              </a:defRPr>
            </a:pPr>
            <a:r>
              <a:t>Submitted by: Gunn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Aptos"/>
              </a:defRPr>
            </a:pPr>
            <a:r>
              <a:t>Tools Used: Wireshark, Nmap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Authorized lab-based network security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Discover authorized hosts and exposed network services.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Perform basic and advanced Nmap assessment.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Capture and analyze network traffic with Wireshark.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Correlate Nmap scan results with packet-level evidence.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Identify security findings and classify risk.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Apply hardening measures and verify improvement.</a:t>
            </a:r>
          </a:p>
          <a:p>
            <a:pPr>
              <a:spcAft>
                <a:spcPts val="12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Produce a professional final security assessment.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Scope, Authorization &amp; Lab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All testing is limited to owned or explicitly authorized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Authorized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2–3 virtual machines</a:t>
            </a:r>
            <a:br/>
            <a:r>
              <a:t>Kali Linux / Ubuntu / Windows</a:t>
            </a:r>
            <a:br/>
            <a:r>
              <a:t>VirtualBox or VMware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Network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IP address</a:t>
            </a:r>
            <a:br/>
            <a:r>
              <a:t>Subnet &amp; gateway</a:t>
            </a:r>
            <a:br/>
            <a:r>
              <a:t>Lab VM addresses</a:t>
            </a:r>
            <a:br/>
            <a:r>
              <a:t>Host discovery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842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Commands + results</a:t>
            </a:r>
            <a:br/>
            <a:r>
              <a:t>Screenshots</a:t>
            </a:r>
            <a:br/>
            <a:r>
              <a:t>PCAP analysis</a:t>
            </a:r>
            <a:br/>
            <a:r>
              <a:t>Before/after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1078992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474720"/>
            <a:ext cx="64008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3931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Safety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33087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Do not scan random public IPs or third-party systems. Vulnerability testing and traffic analysis must remain inside the authorized lab.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Tools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The practical workflow used across Tasks 7–14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Nmap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1752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Discovery, ports, services, versions, OS and limited vulnerability scripts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Wireshark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1752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Packet capture, protocol analysis and suspicious-activity investigation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64008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Virtualization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84248"/>
            <a:ext cx="301752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Isolated 2–3 VM assessment environment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338328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474720"/>
            <a:ext cx="64008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393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draw.io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33087"/>
            <a:ext cx="301752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Network topology and architecture documentation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474720"/>
            <a:ext cx="338328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474720"/>
            <a:ext cx="64008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36393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133087"/>
            <a:ext cx="301752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Project files, report, screenshots and README documentation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Task 7–8: Nmap Network Discovery &amp; Advanced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• Identify IP address, subnet, gateway and authorized VM addresses.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• Host discovery: nmap -sn &lt;lab-network&gt;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• Basic scan: nmap &lt;target-ip&gt;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• Service/version detection: nmap -sV &lt;target-ip&gt;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• OS detection where supported: nmap -O &lt;target-ip&gt;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• TCP SYN scan: nmap -sS &lt;target-ip&gt;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• Limited UDP scan: nmap -sU --top-ports 20 &lt;target-ip&gt;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• NSE vulnerability scripts may be used only against authorized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  <p:pic>
        <p:nvPicPr>
          <p:cNvPr id="8" name="Picture 7" descr="3598681a-e5f0-47dd-b0fb-e99abbb616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544724"/>
            <a:ext cx="3886200" cy="19057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Nmap Results &amp; Service Risk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Use actual lab results; example values from the assignment are not final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4747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64008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361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9967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IP address</a:t>
            </a:r>
            <a:br/>
            <a:r>
              <a:t>Open ports</a:t>
            </a:r>
            <a:br/>
            <a:r>
              <a:t>Protocol</a:t>
            </a:r>
            <a:br/>
            <a:r>
              <a:t>Service</a:t>
            </a:r>
            <a:br/>
            <a:r>
              <a:t>Detected version</a:t>
            </a:r>
            <a:br/>
            <a:r>
              <a:t>Risk</a:t>
            </a:r>
            <a:br/>
            <a:r>
              <a:t>Observation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747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3566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361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For Each Important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029967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What service is running?</a:t>
            </a:r>
            <a:br/>
            <a:r>
              <a:t>Why is it required?</a:t>
            </a:r>
            <a:br/>
            <a:r>
              <a:t>Is exposure necessary?</a:t>
            </a:r>
            <a:br/>
            <a:r>
              <a:t>What happens if vulnerable?</a:t>
            </a:r>
            <a:br/>
            <a:r>
              <a:t>How can it be secured?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4747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64008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5361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Assessment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029967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Service exposure</a:t>
            </a:r>
            <a:br/>
            <a:r>
              <a:t>Attack surface</a:t>
            </a:r>
            <a:br/>
            <a:r>
              <a:t>Configuration concerns</a:t>
            </a:r>
            <a:br/>
            <a:r>
              <a:t>Security recommendations</a:t>
            </a:r>
            <a:br/>
            <a:r>
              <a:t>Evidence-backed conclusions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Task 9: Wireshark Network Traffic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Capture normal authorized lab traffic for approximately 5–10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6537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Generate normal traffic: web access, DNS, ping and local service connections.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Analyze DNS, TCP, UDP, ICMP, ARP and HTTP.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Useful filters: dns, tcp, udp, icmp, arp.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Investigate TCP SYN, TCP RST and unanswered DNS queries.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Record timestamp, source/destination IP, ports, protocol and packet information.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Document a security observation for important packets.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CBB4C6-BC7F-324F-7533-D0FC86E7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238" y="932688"/>
            <a:ext cx="5230761" cy="36017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Task 10: Nmap + Wireshark Packet-Level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Understand how a SYN scan appears on the wire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Open 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SYN → SYN/ACK</a:t>
            </a:r>
            <a:br/>
            <a:r>
              <a:t>Service appears reachable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Closed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SYN → RST</a:t>
            </a:r>
            <a:br/>
            <a:r>
              <a:t>Port is not accepting connection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No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84248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No expected response</a:t>
            </a:r>
            <a:br/>
            <a:r>
              <a:t>Possible filtering/firewall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Run the authorized Nmap scan while Wireshark captures.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Compare Nmap port status with packet sequence, TCP flags, source/destination and connection attempts.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Record the relevant packet number and explain what occurred.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Use actual captured results in the final comparison.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Task 11: Advanced Network Traffic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Analyze your own lab capture or a legitimate training PCAP/PCAPNG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Top communicating hosts: identify most active sources, destinations and communication types.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DNS investigation: queries, responses, requested domains and query types.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TCP investigation: connections, SYN/SYN-ACK, RST and repeated attempts.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Suspicious indicators: unusual ports, unexpected protocols, abnormal DNS, large traffic volumes or unexpected systems.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Do not automatically label traffic malicious; explain the evidence and why it requires investigation.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Document at least 5 interesting events in an investigation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Task 12: Vulnerability &amp; Security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At least 5 findings derived from Tasks 7–11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3566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Possible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Unnecessary open port</a:t>
            </a:r>
            <a:br/>
            <a:r>
              <a:t>Unnecessary service</a:t>
            </a:r>
            <a:br/>
            <a:r>
              <a:t>Outdated software</a:t>
            </a:r>
            <a:br/>
            <a:r>
              <a:t>Insecure protocol</a:t>
            </a:r>
            <a:br/>
            <a:r>
              <a:t>Weak configuration</a:t>
            </a:r>
            <a:br/>
            <a:r>
              <a:t>Excessive exposure</a:t>
            </a:r>
            <a:br/>
            <a:r>
              <a:t>Poor firewall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3566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Risk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Critical</a:t>
            </a:r>
            <a:br/>
            <a:r>
              <a:t>High</a:t>
            </a:r>
            <a:br/>
            <a:r>
              <a:t>Medium</a:t>
            </a:r>
            <a:br/>
            <a:r>
              <a:t>Low</a:t>
            </a:r>
            <a:br/>
            <a:br/>
            <a:r>
              <a:t>Severity must be justified using evidence and potential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64008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Required Finding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84248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# / Finding</a:t>
            </a:r>
            <a:br/>
            <a:r>
              <a:t>Evidence</a:t>
            </a:r>
            <a:br/>
            <a:r>
              <a:t>Risk</a:t>
            </a:r>
            <a:br/>
            <a:r>
              <a:t>Potential impact</a:t>
            </a:r>
            <a:br/>
            <a:r>
              <a:t>Recommendation</a:t>
            </a:r>
            <a:br/>
            <a:br/>
            <a:r>
              <a:t>Use actual findings—not sample values.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Task 13: Security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Implement at least 3 improvements and verify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Disable an unnecessary service.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Close an unnecessary port.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Configure firewall rules.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Restrict a service to the local network.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Update a vulnerable/outdated package.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Improve service configuration or reduce network exposure.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Run Nmap before and after the change and compare the attack surface.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417320"/>
            <a:ext cx="3886200" cy="41605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18119" y="3177540"/>
            <a:ext cx="35204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PHOTO 3 — TASK 13 EVIDENCE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Paste hardening / before-after screenshot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FC38C8-FA83-ED57-8EE1-D710B80EE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413" y="1399032"/>
            <a:ext cx="5299587" cy="438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Task 14: Final Mini Security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Combine discovery, traffic analysis, findings and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Network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Devices identified</a:t>
            </a:r>
            <a:br/>
            <a:r>
              <a:t>Services exposed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Traffic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Protocols observed</a:t>
            </a:r>
            <a:br/>
            <a:r>
              <a:t>Communication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4904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Security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842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Major findings</a:t>
            </a:r>
            <a:br/>
            <a:r>
              <a:t>Highest risks</a:t>
            </a:r>
            <a:br/>
            <a:r>
              <a:t>Supporting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37560"/>
            <a:ext cx="34290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33756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50215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99592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Changes implemented</a:t>
            </a:r>
            <a:br/>
            <a:r>
              <a:t>Before/after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337560"/>
            <a:ext cx="713232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337560"/>
            <a:ext cx="6400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3502152"/>
            <a:ext cx="6766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Final 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995928"/>
            <a:ext cx="67665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Provide 5 professional recommendations for improving the lab network and reducing attack surface.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983480"/>
            <a:ext cx="342900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19" y="5166360"/>
            <a:ext cx="3063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PHOTO 4 — TASK 14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Paste final assessment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12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07C3975-7726-A0B9-EC71-9C09A9EC9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311" y="4967190"/>
            <a:ext cx="9106689" cy="17719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Before vs After: Security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Show evidence that hardening reduced exposure or improved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46888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64008" cy="3474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3619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9967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Original scan</a:t>
            </a:r>
            <a:br/>
            <a:r>
              <a:t>Open services</a:t>
            </a:r>
            <a:br/>
            <a:r>
              <a:t>Security issue</a:t>
            </a:r>
            <a:br/>
            <a:r>
              <a:t>Evidence 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46888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64008" cy="3474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153619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029967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Configuration change</a:t>
            </a:r>
            <a:br/>
            <a:r>
              <a:t>Service disabled / port closed</a:t>
            </a:r>
            <a:br/>
            <a:r>
              <a:t>Firewall or package 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246888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64008" cy="3474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53619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029967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Repeat scan</a:t>
            </a:r>
            <a:br/>
            <a:r>
              <a:t>Changed exposure</a:t>
            </a:r>
            <a:br/>
            <a:r>
              <a:t>Evidence screenshot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371600"/>
            <a:ext cx="246888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1371600"/>
            <a:ext cx="64008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16568" y="153619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029967"/>
            <a:ext cx="2103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Reduced attack surface</a:t>
            </a:r>
            <a:br/>
            <a:r>
              <a:t>Better configuration</a:t>
            </a:r>
            <a:br/>
            <a:r>
              <a:t>Residual risk noted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Keep evidence organized and avoid sensitive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• Project structure: 01-Nmap, 02-Wireshark, 03-Vulnerability-Assessment, 04-Hardening, Network-Diagram.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• Include Week-3-Report.pdf, Week-3-Presentation.pptx and README.md.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• README: objective, lab environment, tools, tasks, findings, improvements, before/after and conclusion.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GitHu</a:t>
            </a:r>
            <a:r>
              <a:rPr dirty="0"/>
              <a:t> repository requirement: cybersecurity-week-3-network-security.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• Do not upload passwords, private keys, API keys, credentials or sensitive personal information.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• Recommendations: minimize exposed services, patch software, enforce firewall controls, restrict administrative access, continuously monitor traffic.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Network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ptos"/>
              </a:defRPr>
            </a:pPr>
            <a:r>
              <a:t>Insert your draw.io / diagrams.net topology here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15</a:t>
            </a:r>
          </a:p>
        </p:txBody>
      </p:sp>
      <p:pic>
        <p:nvPicPr>
          <p:cNvPr id="25" name="Picture 24" descr="596bc98a-d138-4fed-a86c-7622cf4ff8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635" y="1325880"/>
            <a:ext cx="6689969" cy="4892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1157</Words>
  <Application>Microsoft Office PowerPoint</Application>
  <PresentationFormat>Widescreen</PresentationFormat>
  <Paragraphs>148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Nayak Aditya</cp:lastModifiedBy>
  <cp:revision>3</cp:revision>
  <dcterms:created xsi:type="dcterms:W3CDTF">2013-01-27T09:14:16Z</dcterms:created>
  <dcterms:modified xsi:type="dcterms:W3CDTF">2026-09-06T18:59:07Z</dcterms:modified>
  <cp:category/>
</cp:coreProperties>
</file>