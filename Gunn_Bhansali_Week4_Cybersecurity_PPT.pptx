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50ED-2F13-6370-E5E2-748CC042F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6EC9D-0934-8B0C-A278-71234FE6A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E4485-CAB4-DAEA-EA4E-B305CED1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06943-6A30-E07D-7475-41163D77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1F585-4F36-A52D-A030-FCAE8204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2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77BA-9DAD-C148-57F0-333B792D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206A2-6014-0E75-91EE-841119DE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4475D-0F26-101D-8CEE-DF66B62B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F827D-55BB-9B26-6E05-1A212BDE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27886-CA71-1C6D-7131-B37BEE39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8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39B8-CBAE-8204-E168-0C21CCAB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E9E73-BF92-D02D-C300-B46A9A69F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134AD-5E1D-231B-B6C3-2EE02E84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606D9-BAA3-ED23-9BD9-A532CFC6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F1A94-6183-4E7D-8B55-D8576555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5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8EF4-541D-AA3A-757E-9AF391546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7CCE-769B-1AAA-D870-750F78098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11ABB-B12A-60FC-2D0F-FD1350438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03708-5AEB-BEB4-9C36-CC57C34F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27E8E-B09C-9AD5-5DF4-61535635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59A0C-63A5-11AB-A5B5-21622CB4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2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665F-1D7D-DB5A-ACB7-AB50A1A65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685FD-0D2B-39EB-10C4-AAEAE3B45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C62B0-F5A3-5667-7BA0-0B3FD0164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22D57-665A-8CA6-7C31-644590D96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005A5-3F51-0C55-8413-528268329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F89EB-283C-C3EF-9832-5477C1BF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7BF82-DB50-2A73-6AE1-43E10AD8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405407-A06F-37AB-42DF-042A8A5C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9E74-2F1E-F056-805E-BFED2227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9BCEC-3E5F-D366-8DD6-D99A3B3D4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CAE75-CC51-8167-2A69-0F5AE2B4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69111-ED48-D417-D625-34F0A45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0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E78BB-C969-83EF-D9D0-1B1931A7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D03AA-DAAC-2CDE-BBF7-0ECEA9EF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B464-4564-765E-412B-D8A6496E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3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BA81-4553-2B00-AEAA-59B2EED9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AF298-FE61-9F60-0BDC-BF2CFC22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13283-CDB5-FABF-EC4C-99C66E4F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94409-E0EE-BDA2-A21F-257A533D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D6F51-3395-55D6-C24F-A7D4E925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E4976-320C-482B-2B8C-9A5425D6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1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D3EB-F82C-ECCD-C7EC-845AA8A8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F7EE1-F6B4-7EB0-AF91-225A95CAC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17AD3-F915-8BD0-C953-2CB30E7FF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5B99B-588C-4269-D354-B12682C6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53BF4-4555-324F-C3AB-D2337FED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2BDF7-3A50-5871-2952-7BD9550E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5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0050-71B8-8F8B-240E-50F58F40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93B1B-B42C-3587-0828-68101FE62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8550D-E01C-9789-B53B-34117083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1299-4EAD-6763-F3D4-256FFEAF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7DDD8-10AC-0AB2-6255-BEC2581C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6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2001A-2397-F52D-DD46-DE57C62D1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EE0B0-39F1-4922-6E7C-0A225D0CA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92830-EDF9-EFBE-B63D-216F20AA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8727-D610-B4A1-E991-61CA3122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C9643-C20B-E3E2-5CE8-809B4755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1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6909C-AA3B-7191-2046-13B64735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D1407-C8D5-4A8F-F2CB-E93921F29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C831E-637F-1970-DE47-558F7EAE1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79C11-E1AD-4434-BCE9-AD249AF82F7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B75E7-14C8-75EE-0B05-DD43FC0A6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0956E-BEC5-4581-9FE4-7588281FA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4FE06-1BF5-4E4E-A1EC-967790798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3FD7-79D5-1A47-A698-8B930C56E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4237"/>
            <a:ext cx="9144000" cy="2057400"/>
          </a:xfrm>
        </p:spPr>
        <p:txBody>
          <a:bodyPr>
            <a:normAutofit/>
          </a:bodyPr>
          <a:lstStyle/>
          <a:p>
            <a:r>
              <a:rPr lang="en-US" sz="5400" dirty="0"/>
              <a:t>CYBERSECURITY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0B5C2-6461-B03E-B7F8-7D2691F3A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8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WEEK 4 ASSIGNMENT REPORT Basic Network Setup and Initial Security Testing</a:t>
            </a:r>
          </a:p>
          <a:p>
            <a:r>
              <a:rPr lang="en-US" sz="2800" dirty="0"/>
              <a:t>Submitted by: Gunn Bhansali</a:t>
            </a:r>
          </a:p>
          <a:p>
            <a:r>
              <a:rPr lang="en-US" sz="2800" dirty="0"/>
              <a:t>Internship Domain: Cybersecurity</a:t>
            </a:r>
          </a:p>
        </p:txBody>
      </p:sp>
    </p:spTree>
    <p:extLst>
      <p:ext uri="{BB962C8B-B14F-4D97-AF65-F5344CB8AC3E}">
        <p14:creationId xmlns:p14="http://schemas.microsoft.com/office/powerpoint/2010/main" val="425119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4DCE-3176-C75F-9454-6E5FC31D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OBJECTIVE AND LAB SETUP:-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353B-476B-B119-AEA8-61087703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727"/>
            <a:ext cx="10515600" cy="4722236"/>
          </a:xfrm>
        </p:spPr>
        <p:txBody>
          <a:bodyPr/>
          <a:lstStyle/>
          <a:p>
            <a:r>
              <a:rPr lang="en-US" sz="3200" dirty="0"/>
              <a:t>Configure a small virtual network using </a:t>
            </a:r>
            <a:r>
              <a:rPr lang="en-US" sz="3200" dirty="0" err="1"/>
              <a:t>Vmware</a:t>
            </a:r>
            <a:r>
              <a:rPr lang="en-US" sz="3200" dirty="0"/>
              <a:t> Workstation.</a:t>
            </a:r>
          </a:p>
          <a:p>
            <a:r>
              <a:rPr lang="en-US" sz="3200" dirty="0"/>
              <a:t>Use Kali Linux as the attacker machine</a:t>
            </a:r>
          </a:p>
          <a:p>
            <a:r>
              <a:rPr lang="en-US" sz="3200" dirty="0"/>
              <a:t>Use Ubuntu as the target machine</a:t>
            </a:r>
          </a:p>
          <a:p>
            <a:r>
              <a:rPr lang="en-US" sz="3200" dirty="0"/>
              <a:t>Connect both machines through a host-only network</a:t>
            </a:r>
          </a:p>
          <a:p>
            <a:r>
              <a:rPr lang="en-US" sz="3200" dirty="0"/>
              <a:t>Install and verify an Apache web server</a:t>
            </a:r>
          </a:p>
          <a:p>
            <a:r>
              <a:rPr lang="en-US" sz="3200" dirty="0"/>
              <a:t>Perform Nmap scanning and Wireshark traffic analysis</a:t>
            </a:r>
          </a:p>
          <a:p>
            <a:pPr marL="0" indent="0">
              <a:buNone/>
            </a:pP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6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C471-A37B-C861-94E5-2D3BB7D8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9" y="34434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Kali Linux:192.168.198.128</a:t>
            </a:r>
            <a:br>
              <a:rPr lang="en-US" sz="2800" b="1" dirty="0"/>
            </a:br>
            <a:r>
              <a:rPr lang="en-US" sz="2800" b="1" dirty="0"/>
              <a:t>Ubuntu Target: 192.168.198.129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EE7D30-A74C-F78E-9372-B0060CE12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2" y="1586635"/>
            <a:ext cx="534092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202BA-E840-17B2-B280-57B28BF01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059" y="1586635"/>
            <a:ext cx="6407659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31C850-E019-FF69-7C1F-D39D146EEF53}"/>
              </a:ext>
            </a:extLst>
          </p:cNvPr>
          <p:cNvSpPr txBox="1"/>
          <p:nvPr/>
        </p:nvSpPr>
        <p:spPr>
          <a:xfrm>
            <a:off x="706582" y="6010709"/>
            <a:ext cx="393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Kali Linux Network configuration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2E641-6E72-4E86-A60A-74E59511C73B}"/>
              </a:ext>
            </a:extLst>
          </p:cNvPr>
          <p:cNvSpPr txBox="1"/>
          <p:nvPr/>
        </p:nvSpPr>
        <p:spPr>
          <a:xfrm>
            <a:off x="6650182" y="5937973"/>
            <a:ext cx="4835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Ubuntu Target Network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823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40BC-E063-AFFD-8494-1247DDF3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5C696-B4F1-172A-88FA-6DCB4097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VMware Workstation:</a:t>
            </a:r>
            <a:r>
              <a:rPr lang="en-US" dirty="0"/>
              <a:t> Created and configured the virtual lab environment. </a:t>
            </a:r>
          </a:p>
          <a:p>
            <a:pPr lvl="0"/>
            <a:r>
              <a:rPr lang="en-US" b="1" dirty="0"/>
              <a:t>Kali Linux:</a:t>
            </a:r>
            <a:r>
              <a:rPr lang="en-US" dirty="0"/>
              <a:t> Used as the attacker and scanning machine. </a:t>
            </a:r>
          </a:p>
          <a:p>
            <a:pPr lvl="0"/>
            <a:r>
              <a:rPr lang="en-US" b="1" dirty="0"/>
              <a:t>Ubuntu Linux:</a:t>
            </a:r>
            <a:r>
              <a:rPr lang="en-US" dirty="0"/>
              <a:t> Used as the target machine. </a:t>
            </a:r>
          </a:p>
          <a:p>
            <a:pPr lvl="0"/>
            <a:r>
              <a:rPr lang="en-US" b="1" dirty="0"/>
              <a:t>Apache2:</a:t>
            </a:r>
            <a:r>
              <a:rPr lang="en-US" dirty="0"/>
              <a:t> Provided the web service on the Ubuntu target. </a:t>
            </a:r>
          </a:p>
          <a:p>
            <a:pPr lvl="0"/>
            <a:r>
              <a:rPr lang="en-US" b="1" dirty="0"/>
              <a:t>Nmap:</a:t>
            </a:r>
            <a:r>
              <a:rPr lang="en-US" dirty="0"/>
              <a:t> Used to scan open ports and identify running services. </a:t>
            </a:r>
          </a:p>
          <a:p>
            <a:pPr lvl="0"/>
            <a:r>
              <a:rPr lang="en-US" b="1" dirty="0"/>
              <a:t>Wireshark:</a:t>
            </a:r>
            <a:r>
              <a:rPr lang="en-US" dirty="0"/>
              <a:t> Used to capture and analyze network traffic.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92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5B37-C319-7E80-4AC2-65C6AFE7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US" dirty="0"/>
              <a:t>  APACHE SERVICE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008B-0B2C-B5CC-8E78-E861F6E7D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528"/>
            <a:ext cx="10515600" cy="51794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Apache2 web server was installed and configured on the Ubuntu target machine. The service was verified to be active and running.</a:t>
            </a:r>
          </a:p>
          <a:p>
            <a:pPr marL="0" indent="0">
              <a:buNone/>
            </a:pPr>
            <a:r>
              <a:rPr lang="en-US" dirty="0"/>
              <a:t> A successful HTTP connection from Kali Linux confirmed that the web server was accessible over the lab network.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74969-836F-06FA-EC39-AD48ECDD0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429000"/>
            <a:ext cx="5943600" cy="2815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04282-A83E-6516-BCE2-4CC6D57DA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299" y="3429000"/>
            <a:ext cx="5942965" cy="2919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883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83A6-345B-1E4A-AE01-6DDD6BCA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9381"/>
            <a:ext cx="10515600" cy="1940070"/>
          </a:xfrm>
        </p:spPr>
        <p:txBody>
          <a:bodyPr/>
          <a:lstStyle/>
          <a:p>
            <a:r>
              <a:rPr lang="en-US" dirty="0"/>
              <a:t>    NETWORK SCANNING USING NMAP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423A2-D6FE-F383-F65A-D8C353C8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624" y="1226128"/>
            <a:ext cx="10059175" cy="4950836"/>
          </a:xfrm>
        </p:spPr>
        <p:txBody>
          <a:bodyPr/>
          <a:lstStyle/>
          <a:p>
            <a:pPr lvl="0"/>
            <a:r>
              <a:rPr lang="en-US" sz="2400" dirty="0"/>
              <a:t>Target IP: 192.168.198.129 </a:t>
            </a:r>
          </a:p>
          <a:p>
            <a:pPr lvl="0"/>
            <a:r>
              <a:rPr lang="en-US" sz="2400" dirty="0"/>
              <a:t>Scan performed using Nmap service-version detection. </a:t>
            </a:r>
          </a:p>
          <a:p>
            <a:pPr lvl="0"/>
            <a:r>
              <a:rPr lang="en-US" sz="2400" dirty="0"/>
              <a:t>Port </a:t>
            </a:r>
            <a:r>
              <a:rPr lang="en-US" sz="2400" b="1" dirty="0"/>
              <a:t>80/</a:t>
            </a:r>
            <a:r>
              <a:rPr lang="en-US" sz="2400" b="1" dirty="0" err="1"/>
              <a:t>tcp</a:t>
            </a:r>
            <a:r>
              <a:rPr lang="en-US" sz="2400" dirty="0"/>
              <a:t> was found open. </a:t>
            </a:r>
          </a:p>
          <a:p>
            <a:pPr lvl="0"/>
            <a:r>
              <a:rPr lang="en-US" sz="2400" dirty="0"/>
              <a:t>The running service was identified as </a:t>
            </a:r>
            <a:r>
              <a:rPr lang="en-US" sz="2400" b="1" dirty="0"/>
              <a:t>HTTP (Apache)</a:t>
            </a:r>
            <a:r>
              <a:rPr lang="en-US" sz="2400" dirty="0"/>
              <a:t>. </a:t>
            </a:r>
          </a:p>
          <a:p>
            <a:pPr lvl="0"/>
            <a:r>
              <a:rPr lang="en-US" sz="2400" dirty="0"/>
              <a:t>The scan results were saved for submission.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6B6A6-9FFB-DA98-6041-04171C4DF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6" y="3429000"/>
            <a:ext cx="9914479" cy="306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1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B9A6-D1CE-5F03-B946-19A0453A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72" y="716973"/>
            <a:ext cx="10065327" cy="973715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ANALYSIS USING WIRESHARK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787A-16FD-D154-FB91-6CCB63F13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773"/>
            <a:ext cx="10515600" cy="4836535"/>
          </a:xfrm>
        </p:spPr>
        <p:txBody>
          <a:bodyPr/>
          <a:lstStyle/>
          <a:p>
            <a:pPr lvl="0"/>
            <a:endParaRPr lang="en-US" b="1" dirty="0"/>
          </a:p>
          <a:p>
            <a:pPr lvl="0"/>
            <a:r>
              <a:rPr lang="en-US" b="1" dirty="0"/>
              <a:t>ICMP:</a:t>
            </a:r>
            <a:r>
              <a:rPr lang="en-US" dirty="0"/>
              <a:t> Echo Request and Echo Reply packets were captured. </a:t>
            </a:r>
          </a:p>
          <a:p>
            <a:pPr lvl="0"/>
            <a:r>
              <a:rPr lang="en-US" b="1" dirty="0"/>
              <a:t>HTTP:</a:t>
            </a:r>
            <a:r>
              <a:rPr lang="en-US" dirty="0"/>
              <a:t> HTTP GET request and 200 OK response were observed. </a:t>
            </a:r>
          </a:p>
          <a:p>
            <a:pPr lvl="0"/>
            <a:r>
              <a:rPr lang="en-US" b="1" dirty="0"/>
              <a:t>DNS:</a:t>
            </a:r>
            <a:r>
              <a:rPr lang="en-US" dirty="0"/>
              <a:t> DNS query packets were captured and analyzed. </a:t>
            </a:r>
          </a:p>
          <a:p>
            <a:pPr lvl="0"/>
            <a:r>
              <a:rPr lang="en-US" dirty="0"/>
              <a:t>Wireshark was used to inspect the captured network traffic.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03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CB550-5703-E500-5247-87ED7C529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06" y="251835"/>
            <a:ext cx="4633348" cy="3177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44661A-894B-0D6A-00E0-06CAAAAE41B3}"/>
              </a:ext>
            </a:extLst>
          </p:cNvPr>
          <p:cNvSpPr txBox="1"/>
          <p:nvPr/>
        </p:nvSpPr>
        <p:spPr>
          <a:xfrm>
            <a:off x="1149927" y="3429731"/>
            <a:ext cx="242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Icmp</a:t>
            </a:r>
            <a:r>
              <a:rPr lang="en-US" dirty="0"/>
              <a:t> Traffic capture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041FF0-D1FC-FCAA-CE74-1AA1EF030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645" y="0"/>
            <a:ext cx="5049983" cy="34729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AB896D-0912-AA84-A89A-6EB5D564232A}"/>
              </a:ext>
            </a:extLst>
          </p:cNvPr>
          <p:cNvSpPr txBox="1"/>
          <p:nvPr/>
        </p:nvSpPr>
        <p:spPr>
          <a:xfrm>
            <a:off x="7606144" y="3429731"/>
            <a:ext cx="286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Traffic capture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01DEF9-1127-29D3-75BD-723F0831D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795" y="3940525"/>
            <a:ext cx="6296891" cy="24886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A0CC29-E2FE-CB04-620E-1463453D5EA1}"/>
              </a:ext>
            </a:extLst>
          </p:cNvPr>
          <p:cNvSpPr txBox="1"/>
          <p:nvPr/>
        </p:nvSpPr>
        <p:spPr>
          <a:xfrm>
            <a:off x="5029199" y="6429181"/>
            <a:ext cx="229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Dns</a:t>
            </a:r>
            <a:r>
              <a:rPr lang="en-US" dirty="0"/>
              <a:t> Traffic capture</a:t>
            </a:r>
          </a:p>
        </p:txBody>
      </p:sp>
    </p:spTree>
    <p:extLst>
      <p:ext uri="{BB962C8B-B14F-4D97-AF65-F5344CB8AC3E}">
        <p14:creationId xmlns:p14="http://schemas.microsoft.com/office/powerpoint/2010/main" val="127196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45BD-E062-7B0B-1ABD-1428A724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3475-083A-0C40-0514-30AE1F4F3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Successfully configured a basic virtual network using VMware Workstation. </a:t>
            </a:r>
          </a:p>
          <a:p>
            <a:pPr lvl="0"/>
            <a:r>
              <a:rPr lang="en-US" dirty="0"/>
              <a:t>Installed and verified the Apache web server on Ubuntu. </a:t>
            </a:r>
          </a:p>
          <a:p>
            <a:pPr lvl="0"/>
            <a:r>
              <a:rPr lang="en-US" dirty="0"/>
              <a:t>Performed network scanning using Nmap. </a:t>
            </a:r>
          </a:p>
          <a:p>
            <a:pPr lvl="0"/>
            <a:r>
              <a:rPr lang="en-US" dirty="0"/>
              <a:t>Identified open ports and running services on the target. </a:t>
            </a:r>
          </a:p>
          <a:p>
            <a:pPr lvl="0"/>
            <a:r>
              <a:rPr lang="en-US" dirty="0"/>
              <a:t>Captured and analyzed ICMP, HTTP, and DNS traffic using Wireshark. </a:t>
            </a:r>
          </a:p>
          <a:p>
            <a:pPr lvl="0"/>
            <a:r>
              <a:rPr lang="en-US" dirty="0"/>
              <a:t>Gained practical understanding of basic network security testing.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2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362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CYBERSECURITY INTERNSHIP</vt:lpstr>
      <vt:lpstr>  OBJECTIVE AND LAB SETUP:-</vt:lpstr>
      <vt:lpstr>Kali Linux:192.168.198.128 Ubuntu Target: 192.168.198.129</vt:lpstr>
      <vt:lpstr>Tools Used</vt:lpstr>
      <vt:lpstr>  APACHE SERVICE VERIFICATION</vt:lpstr>
      <vt:lpstr>    NETWORK SCANNING USING NMAP</vt:lpstr>
      <vt:lpstr>TRAFFIC ANALYSIS USING WIRESHARK </vt:lpstr>
      <vt:lpstr>PowerPoint Presentation</vt:lpstr>
      <vt:lpstr>CONCLUSION AND 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Gunn BHANSALI</dc:creator>
  <cp:lastModifiedBy>Gunn BHANSALI</cp:lastModifiedBy>
  <cp:revision>1</cp:revision>
  <dcterms:created xsi:type="dcterms:W3CDTF">2026-09-11T18:04:21Z</dcterms:created>
  <dcterms:modified xsi:type="dcterms:W3CDTF">2026-09-11T18:51:55Z</dcterms:modified>
</cp:coreProperties>
</file>